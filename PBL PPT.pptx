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37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97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314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40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87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3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45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42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1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23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9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267" y="2574365"/>
            <a:ext cx="6858000" cy="733646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EEVMC: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Energy Efficient Virtual Machine Consolidation Approach for Cloud Data Centers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5906402" y="4367168"/>
            <a:ext cx="2429540" cy="91705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61635"/>
            <a:ext cx="3130529" cy="91705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976324" y="1284308"/>
            <a:ext cx="6858000" cy="834207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2857500" algn="l"/>
              </a:tabLst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and Engineering</a:t>
            </a:r>
          </a:p>
          <a:p>
            <a:pPr>
              <a:lnSpc>
                <a:spcPct val="150000"/>
              </a:lnSpc>
              <a:tabLst>
                <a:tab pos="2857500" algn="l"/>
              </a:tabLst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1B54B-DF9F-DDF1-458E-E93D7D18686B}"/>
              </a:ext>
            </a:extLst>
          </p:cNvPr>
          <p:cNvSpPr txBox="1"/>
          <p:nvPr/>
        </p:nvSpPr>
        <p:spPr>
          <a:xfrm>
            <a:off x="5715001" y="4279949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MANMOHAN SHARMA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45A8C-2364-FF4A-D232-B54478D602E4}"/>
              </a:ext>
            </a:extLst>
          </p:cNvPr>
          <p:cNvSpPr txBox="1"/>
          <p:nvPr/>
        </p:nvSpPr>
        <p:spPr>
          <a:xfrm>
            <a:off x="618067" y="4209183"/>
            <a:ext cx="37422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JAY PRATAP SINGH TOMAR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2427030179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Cloud computing provides on-demand access to computational resources.</a:t>
            </a:r>
          </a:p>
          <a:p>
            <a:r>
              <a:t>High energy consumption in data centers poses environmental and cost challenges.</a:t>
            </a:r>
          </a:p>
          <a:p>
            <a:r>
              <a:t>Virtual Machine (VM) consolidation helps reduce power usage and maintain Quality of Service (QoS).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OpenStack Neat framework uses Modified Best-Fit Decreasing (MBFD) for VM placement.</a:t>
            </a:r>
          </a:p>
          <a:p>
            <a:r>
              <a:t>Existing methods face inefficiencies in energy use and SLA compliance.</a:t>
            </a:r>
          </a:p>
          <a:p>
            <a:r>
              <a:t>EEVMC introduces a host selection criterion based on incurred loss during VM placement.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VM Consolidation is an NP-hard optimization problem.</a:t>
            </a:r>
          </a:p>
          <a:p>
            <a:r>
              <a:t>Approaches used: Integer Linear Programming (ILP), Particle Swarm Optimization (PSO), Dynamic Programming, etc.</a:t>
            </a:r>
          </a:p>
          <a:p>
            <a:r>
              <a:t>Power-aware and SLA-compliant consolidation strategies are widely studied.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Existing algorithms like MBFD, PABFD, and PEBFD optimize energy but increase SLA violations.</a:t>
            </a:r>
          </a:p>
          <a:p>
            <a:r>
              <a:t>Recent heuristics such as PEFFD and MFPED improve host efficiency but need further enhancement.</a:t>
            </a:r>
          </a:p>
          <a:p>
            <a:r>
              <a:t>Deep learning integration can predict workloads to optimize VM placement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 reduce energy consumption and SLA violations in cloud data centers through optimized VM consolidation.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EEVMC uses a novel Loss-Aware Performance Efficient Decreasing (LAPED) algorithm.</a:t>
            </a:r>
          </a:p>
          <a:p>
            <a:r>
              <a:t>Classifies hosts as active or inactive based on utilization and power consumption.</a:t>
            </a:r>
          </a:p>
          <a:p>
            <a:r>
              <a:t>Selects the host with minimum loss for VM placement.</a:t>
            </a:r>
          </a:p>
          <a:p>
            <a:r>
              <a:t>Simulated using CloudSim toolkit on PlanetLab and Materna workloads.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Minimize power consumption in cloud data centers.</a:t>
            </a:r>
          </a:p>
          <a:p>
            <a:r>
              <a:t>Reduce SLA violations during VM migration.</a:t>
            </a:r>
          </a:p>
          <a:p>
            <a:r>
              <a:t>Improve overall resource utilization and system performance.</a:t>
            </a:r>
          </a:p>
          <a:p>
            <a:r>
              <a:t>Ensure adaptability across heterogeneous cloud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EEVMC offers an energy-efficient and SLA-compliant consolidation method.</a:t>
            </a:r>
          </a:p>
          <a:p>
            <a:r>
              <a:t>Improves QoS and sustainability of cloud systems.</a:t>
            </a:r>
          </a:p>
          <a:p>
            <a:r>
              <a:t>Future work: Integrate reinforcement learning for adaptive host selection.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A. U. Rehman et al., 'EEVMC: An Energy Efficient Virtual Machine Consolidation Approach,' IEEE Access, 2024.</a:t>
            </a:r>
          </a:p>
          <a:p>
            <a:r>
              <a:t>F. F. Moges, S. L. Abebe, 'Energy-aware VM placement algorithms,' J. Cloud Comput., 2019.</a:t>
            </a:r>
          </a:p>
          <a:p>
            <a:r>
              <a:t>R. Medara, 'Dynamic Virtual Machine Consolidation,' Springer, 2023.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Questions?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667</TotalTime>
  <Words>404</Words>
  <Application>Microsoft Office PowerPoint</Application>
  <PresentationFormat>On-screen Show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Times New Roman</vt:lpstr>
      <vt:lpstr>Gallery</vt:lpstr>
      <vt:lpstr>EEVMC: An Energy Efficient Virtual Machine Consolidation Approach for Cloud Data Centers</vt:lpstr>
      <vt:lpstr>Introduction</vt:lpstr>
      <vt:lpstr>Background</vt:lpstr>
      <vt:lpstr>Literature Review (1)</vt:lpstr>
      <vt:lpstr>Literature Review (2)</vt:lpstr>
      <vt:lpstr>Problem Statement</vt:lpstr>
      <vt:lpstr>Proposed Solution</vt:lpstr>
      <vt:lpstr>Objectives</vt:lpstr>
      <vt:lpstr>Conclusion and Future Work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 Pratap Singh Tomar</dc:creator>
  <cp:keywords/>
  <dc:description>generated using python-pptx</dc:description>
  <cp:lastModifiedBy>Jay Pratap Singh Tomar [CSE - 2024]</cp:lastModifiedBy>
  <cp:revision>5</cp:revision>
  <dcterms:created xsi:type="dcterms:W3CDTF">2013-01-27T09:14:16Z</dcterms:created>
  <dcterms:modified xsi:type="dcterms:W3CDTF">2025-11-18T19:39:36Z</dcterms:modified>
  <cp:category/>
</cp:coreProperties>
</file>